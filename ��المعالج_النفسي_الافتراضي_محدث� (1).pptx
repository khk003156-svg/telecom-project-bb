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المعالج النفسي الافتراضي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مشروع يهدف إلى إنشاء تطبيق ذكي يقدم جلسات دعم نفسي فورية للمستخدمين باستخدام الذكاء الاصطناعي، لمساعدتهم على التعامل مع الضغوط النفسية اليومية وتحسين صحتهم الذهنية.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أولًا – تحديد فكرة المشروع وتوافقه مع المجتمع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- فكرة المشروع:</a:t>
            </a:r>
          </a:p>
          <a:p>
            <a:pPr>
              <a:defRPr sz="2000"/>
            </a:pPr>
            <a:r>
              <a:t>تطبيق يقدم استشارات ودعم نفسي افتراضي عبر الذكاء الاصطناعي.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- التوافق المجتمعي:</a:t>
            </a:r>
          </a:p>
          <a:p>
            <a:pPr>
              <a:defRPr sz="2000"/>
            </a:pPr>
            <a:r>
              <a:t>• ازدياد الحاجة إلى الدعم النفسي.</a:t>
            </a:r>
          </a:p>
          <a:p>
            <a:pPr>
              <a:defRPr sz="2000"/>
            </a:pPr>
            <a:r>
              <a:t>• قلة الأطباء النفسيين مقارنة بالطلب.</a:t>
            </a:r>
          </a:p>
          <a:p>
            <a:pPr>
              <a:defRPr sz="2000"/>
            </a:pPr>
            <a:r>
              <a:t>• تزايد استخدام التطبيقات الصحية الذكية.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ثانيًا – التوجه المكاني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- المكان: متاح عبر الإنترنت (تطبيق جوال).</a:t>
            </a:r>
          </a:p>
          <a:p>
            <a:pPr>
              <a:defRPr sz="2000"/>
            </a:pPr>
            <a:r>
              <a:t>- أسباب الاختيار:</a:t>
            </a:r>
          </a:p>
          <a:p>
            <a:pPr>
              <a:defRPr sz="2000"/>
            </a:pPr>
            <a:r>
              <a:t>• سهولة الوصول من أي مكان.</a:t>
            </a:r>
          </a:p>
          <a:p>
            <a:pPr>
              <a:defRPr sz="2000"/>
            </a:pPr>
            <a:r>
              <a:t>• إمكانية استخدامه من قبل جميع الفئات.</a:t>
            </a:r>
          </a:p>
          <a:p>
            <a:pPr>
              <a:defRPr sz="2000"/>
            </a:pPr>
            <a:r>
              <a:t>• يواكب التحول الرقمي.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ثالثًا – أهداف المشروع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- أهداف اقتصادية: تحقيق أرباح من الاشتراكات.</a:t>
            </a:r>
          </a:p>
          <a:p>
            <a:pPr>
              <a:defRPr sz="2000"/>
            </a:pPr>
            <a:r>
              <a:t>- أهداف خدمية: تقديم دعم نفسي مجاني أو منخفض التكلفة.</a:t>
            </a:r>
          </a:p>
          <a:p>
            <a:pPr>
              <a:defRPr sz="2000"/>
            </a:pPr>
            <a:r>
              <a:t>- أهداف اجتماعية: المساهمة في تحسين الصحة النفسية للمجتمع.</a:t>
            </a:r>
          </a:p>
          <a:p>
            <a:pPr>
              <a:defRPr sz="2000"/>
            </a:pPr>
            <a:r>
              <a:t>- أهداف تقنية: استخدام الذكاء الاصطناعي لتحليل الحالة النفسية.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رابعًا – الفئة المستهدفة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- الشباب والطلاب.</a:t>
            </a:r>
          </a:p>
          <a:p>
            <a:pPr>
              <a:defRPr sz="2000"/>
            </a:pPr>
            <a:r>
              <a:t>- الموظفون والعاملون تحت ضغط.</a:t>
            </a:r>
          </a:p>
          <a:p>
            <a:pPr>
              <a:defRPr sz="2000"/>
            </a:pPr>
            <a:r>
              <a:t>- الأشخاص الذين يعانون من التوتر أو القلق.</a:t>
            </a:r>
          </a:p>
          <a:p>
            <a:pPr>
              <a:defRPr sz="2000"/>
            </a:pPr>
            <a:r>
              <a:t>- الأفراد الراغبون في تحسين جودة حياتهم النفسية.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خامسًا – الهيكل التنظيمي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- مدير المشروع.</a:t>
            </a:r>
          </a:p>
          <a:p>
            <a:pPr>
              <a:defRPr sz="2000"/>
            </a:pPr>
            <a:r>
              <a:t>- مختصون نفسيون.</a:t>
            </a:r>
          </a:p>
          <a:p>
            <a:pPr>
              <a:defRPr sz="2000"/>
            </a:pPr>
            <a:r>
              <a:t>- مطور تطبيقات.</a:t>
            </a:r>
          </a:p>
          <a:p>
            <a:pPr>
              <a:defRPr sz="2000"/>
            </a:pPr>
            <a:r>
              <a:t>- خبير ذكاء اصطناعي.</a:t>
            </a:r>
          </a:p>
          <a:p>
            <a:pPr>
              <a:defRPr sz="2000"/>
            </a:pPr>
            <a:r>
              <a:t>- مسؤول تسويق.</a:t>
            </a:r>
          </a:p>
          <a:p>
            <a:pPr>
              <a:defRPr sz="2000"/>
            </a:pPr>
            <a:r>
              <a:t>- دعم فني.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سادسًا – الموارد المطلوبة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- موارد بشرية: فريق من المطورين والمختصين النفسيين.</a:t>
            </a:r>
          </a:p>
          <a:p>
            <a:pPr>
              <a:defRPr sz="2000"/>
            </a:pPr>
            <a:r>
              <a:t>- موارد مادية: خوادم، أجهزة حاسوب، تراخيص تطبيق.</a:t>
            </a:r>
          </a:p>
          <a:p>
            <a:pPr>
              <a:defRPr sz="2000"/>
            </a:pPr>
            <a:r>
              <a:t>- موارد مالية: تمويل تأسيسي للتطوير والإطلاق.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سابعًا – أنواع الأموال والميزانية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- الأصول الثابتة: تجهيزات تقنية وخوادم.</a:t>
            </a:r>
          </a:p>
          <a:p>
            <a:pPr>
              <a:defRPr sz="2000"/>
            </a:pPr>
            <a:r>
              <a:t>- الأصول المتداولة: رواتب وتشغيل وصيانة.</a:t>
            </a:r>
          </a:p>
          <a:p>
            <a:pPr>
              <a:defRPr sz="2000"/>
            </a:pPr>
            <a:r>
              <a:t>- رأس المال العامل: يغطي السنة الأولى من التشغيل.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ثامنًا – تحليل السوق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- تزايد الاهتمام بالصحة النفسية عالميًا.</a:t>
            </a:r>
          </a:p>
          <a:p>
            <a:pPr>
              <a:defRPr sz="2000"/>
            </a:pPr>
            <a:r>
              <a:t>- قلة التطبيقات العربية المتخصصة.</a:t>
            </a:r>
          </a:p>
          <a:p>
            <a:pPr>
              <a:defRPr sz="2000"/>
            </a:pPr>
            <a:r>
              <a:t>- فرصة كبيرة للتوسع في السوق المحلي والعربي.</a:t>
            </a:r>
          </a:p>
          <a:p>
            <a:pPr>
              <a:defRPr sz="2000"/>
            </a:pPr>
            <a:r>
              <a:t>- دعم مؤسسات الصحة النفسية للتطبيقات الرقمية.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تاسعًا – نموذج العمل (Business Model)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- طريقة تقديم الخدمة: تطبيق جوال يعتمد على محادثة ذكية.</a:t>
            </a:r>
          </a:p>
          <a:p>
            <a:pPr>
              <a:defRPr sz="2000"/>
            </a:pPr>
            <a:r>
              <a:t>- آلية التسعير: اشتراكات شهرية / مجانية جزئيًا.</a:t>
            </a:r>
          </a:p>
          <a:p>
            <a:pPr>
              <a:defRPr sz="2000"/>
            </a:pPr>
            <a:r>
              <a:t>- قنوات التوزيع: متاجر التطبيقات (Google Play وApp Store).</a:t>
            </a:r>
          </a:p>
          <a:p>
            <a:pPr>
              <a:defRPr sz="2000"/>
            </a:pPr>
            <a:r>
              <a:t>- مصادر الإيرادات: اشتراكات – إعلانات – جلسات مميزة.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عاشرًا – التحليل الرباعي (SWOT)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- نقاط القوة: فكرة مبتكرة – حاجة مجتمعية قوية – استخدام الذكاء الاصطناعي.</a:t>
            </a:r>
          </a:p>
          <a:p>
            <a:pPr>
              <a:defRPr sz="2000"/>
            </a:pPr>
            <a:r>
              <a:t>- نقاط الضعف: حاجة لمتابعة من مختصين – الثقة بالتطبيق.</a:t>
            </a:r>
          </a:p>
          <a:p>
            <a:pPr>
              <a:defRPr sz="2000"/>
            </a:pPr>
            <a:r>
              <a:t>- الفرص: توسع عالمي – دعم من المؤسسات الصحية.</a:t>
            </a:r>
          </a:p>
          <a:p>
            <a:pPr>
              <a:defRPr sz="2000"/>
            </a:pPr>
            <a:r>
              <a:t>- التهديدات: المنافسة – القوانين المتعلقة بالصحة النفسية.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أحد عشر – التوصيات النهائية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- المشروع مجدٍ اقتصاديًا وتقنيًا.</a:t>
            </a:r>
          </a:p>
          <a:p>
            <a:pPr>
              <a:defRPr sz="2000"/>
            </a:pPr>
            <a:r>
              <a:t>- ينصح بالبدء بنسخة تجريبية محدودة.</a:t>
            </a:r>
          </a:p>
          <a:p>
            <a:pPr>
              <a:defRPr sz="2000"/>
            </a:pPr>
            <a:r>
              <a:t>- التعاون مع مختصين نفسيين معتمدين.</a:t>
            </a:r>
          </a:p>
          <a:p>
            <a:pPr>
              <a:defRPr sz="2000"/>
            </a:pPr>
            <a:r>
              <a:t>- التركيز على التسويق الرقمي والتوعية بأهمية الصحة النفسية.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النتيجة النهائية – مدى جدوى المشروع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- من خلال تحليل الجوانب التقنية والاقتصادية والاجتماعية، يتبين أن مشروع 'المعالج النفسي الافتراضي' مجدٍ بشكل كبير.</a:t>
            </a:r>
          </a:p>
          <a:p>
            <a:pPr>
              <a:defRPr sz="2000"/>
            </a:pPr>
            <a:r>
              <a:t>- يعتمد على توجه عالمي متنامٍ نحو التطبيقات الذكية في مجال الصحة النفسية.</a:t>
            </a:r>
          </a:p>
          <a:p>
            <a:pPr>
              <a:defRPr sz="2000"/>
            </a:pPr>
            <a:r>
              <a:t>- الكلفة التشغيلية منخفضة مقارنة بالعائد المتوقع من الاشتراكات والإعلانات.</a:t>
            </a:r>
          </a:p>
          <a:p>
            <a:pPr>
              <a:defRPr sz="2000"/>
            </a:pPr>
            <a:r>
              <a:t>- يسهم المشروع في تحسين جودة الحياة النفسية للمجتمع ويعزز الوعي بالصحة الذهنية.</a:t>
            </a:r>
          </a:p>
          <a:p>
            <a:pPr>
              <a:defRPr sz="2000"/>
            </a:pPr>
            <a:r>
              <a:t>- يُوصى بالبدء بنسخة تجريبية ثم التوسع التدريجي محليًا وعربيًا.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